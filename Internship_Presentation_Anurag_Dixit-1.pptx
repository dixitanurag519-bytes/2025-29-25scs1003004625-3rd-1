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pic>
        <p:nvPicPr>
          <p:cNvPr id="4" name="Image 0" descr="/home/claude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6928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30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Organic Growth Strategy for the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Excelerate Platform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Marketing Internship with Excelerate (4xcelerate) — Team Alpha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DIXIT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25SCS1003004625   |   Section: 2CSE1   |   Semester: 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Trainee Intern  •  Jun 1 – Jul 1,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SNAPSHOT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My Internship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four-week, fully remote Digital Marketing internship with Excelerate, focused on designing an organic (non-paid) growth strategy for the Excelerate platform — from audience research to a final stakeholder-ready presentation.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26480" y="141732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F7F7F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/home/claude/icons/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672" y="1901952"/>
            <a:ext cx="265176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1755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086600" y="198424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(4xcelerate)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2642616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/home/claude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761488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6151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86600" y="28437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Trainee Intern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0" y="350215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/home/claude/icons/calenda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3621024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86600" y="34747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086600" y="37033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1, 2026 – Jul 1, 2026 (4 weeks)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0" y="436168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3" descr="/home/claud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480560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43342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&amp; TEAM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086600" y="45628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remote, Team Alpha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400800" y="5221224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3" name="Image 4" descr="/home/claude/icons/aw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5340096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51937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7086600" y="5422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— 360° Evaluation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320040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212B5E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68680" y="38862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platforms like Excelerate need sustainable audience growth without heavy ad spend. My task was to research, plan, and pitch a practical organic growth strategy — using content, SEO and social media — that the platform could act on.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B5E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2F3C7E">
              <a:alpha val="70000"/>
            </a:srgbClr>
          </a:solidFill>
          <a:ln/>
        </p:spPr>
      </p:sp>
      <p:pic>
        <p:nvPicPr>
          <p:cNvPr id="4" name="Image 0" descr="/home/claude/icons/lapto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2860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EXCELERATE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794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Remote Internship Platform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6634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685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Excelerate?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1600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(operating under the 4xcelerate programme) is a global talent-development platform connecting students with structured, mentor-led virtual internships — spanning Data Analytics, Digital Marketing, Business Development and Software Engineering.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306324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92040" y="32186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/home/claude/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332841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306324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Mentor-led, project-based virtual internships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4663440" y="3995928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892040" y="415137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/home/claude/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426110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3995928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with universities worldwide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663440" y="4928616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92040" y="5084064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/home/claude/icons/calendar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519379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4928616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Headquartered across Dubai &amp; the USA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663440" y="5861304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92040" y="601675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4" descr="/home/claude/icons/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768" y="6126480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586130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weekly deliverables &amp; feedback</a:t>
            </a:r>
            <a:endParaRPr lang="en-US" sz="135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the Excelerate platform grow its audience and engagement organically — without depending on paid advertising?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8961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digital platforms often struggle to build sustainable growth without significant ad budgets. Excelerate needed a low-cost, structured approach — using content, SEO and social media — to increase organic reach, brand awareness and user engagement.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Set Out to Achieve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3509" cy="4023360"/>
          </a:xfrm>
          <a:prstGeom prst="roundRect">
            <a:avLst>
              <a:gd name="adj" fmla="val 4541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1189634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226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16477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target audience and competitive landscape for Excelerate.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818181" y="1691640"/>
            <a:ext cx="2013509" cy="4023360"/>
          </a:xfrm>
          <a:prstGeom prst="roundRect">
            <a:avLst>
              <a:gd name="adj" fmla="val 4541"/>
            </a:avLst>
          </a:prstGeom>
          <a:solidFill>
            <a:srgbClr val="F7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3459175" y="20116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/home/claude/icons/calenda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767" y="21762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18181" y="2880360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955341" y="32004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Content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001061" y="3703320"/>
            <a:ext cx="16477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content strategy and posting calendar for organic growth.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87722" y="1691640"/>
            <a:ext cx="2013509" cy="4023360"/>
          </a:xfrm>
          <a:prstGeom prst="roundRect">
            <a:avLst>
              <a:gd name="adj" fmla="val 4541"/>
            </a:avLst>
          </a:prstGeom>
          <a:solidFill>
            <a:srgbClr val="F7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5728716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2" descr="/home/claude/icons/goog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21762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87722" y="2880360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24882" y="32004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SEO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5270602" y="3703320"/>
            <a:ext cx="16477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apply on-page SEO practices to boost discoverability.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357262" y="1691640"/>
            <a:ext cx="2013509" cy="4023360"/>
          </a:xfrm>
          <a:prstGeom prst="roundRect">
            <a:avLst>
              <a:gd name="adj" fmla="val 4541"/>
            </a:avLst>
          </a:prstGeom>
          <a:solidFill>
            <a:srgbClr val="F7F7FA"/>
          </a:solidFill>
          <a:ln/>
        </p:spPr>
      </p:sp>
      <p:sp>
        <p:nvSpPr>
          <p:cNvPr id="23" name="Shape 18"/>
          <p:cNvSpPr/>
          <p:nvPr/>
        </p:nvSpPr>
        <p:spPr>
          <a:xfrm>
            <a:off x="7998257" y="201168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3" descr="/home/claude/icons/sh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2849" y="217627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57262" y="2880360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494422" y="32004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Engagement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540142" y="3703320"/>
            <a:ext cx="16477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social media tactics suited to the platform's audience.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9626803" y="1691640"/>
            <a:ext cx="2013509" cy="4023360"/>
          </a:xfrm>
          <a:prstGeom prst="roundRect">
            <a:avLst>
              <a:gd name="adj" fmla="val 4541"/>
            </a:avLst>
          </a:prstGeom>
          <a:solidFill>
            <a:srgbClr val="F7F7FA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67798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0" name="Image 4" descr="/home/claude/icons/bullho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32390" y="2176272"/>
            <a:ext cx="402336" cy="40233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26803" y="2880360"/>
            <a:ext cx="2013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763963" y="3200400"/>
            <a:ext cx="17391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 Strategy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9809683" y="3703320"/>
            <a:ext cx="16477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findings into a deck and video script for stakeholders.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Four-Week Journey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80360"/>
            <a:ext cx="9784080" cy="0"/>
          </a:xfrm>
          <a:prstGeom prst="line">
            <a:avLst/>
          </a:prstGeom>
          <a:noFill/>
          <a:ln w="38100">
            <a:solidFill>
              <a:srgbClr val="D8DA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377440"/>
            <a:ext cx="822960" cy="82296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6" name="Image 0" descr="/home/claud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9384" y="256946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093976" y="2825496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3337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7F7FA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4297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competitor analysis; identified content gaps.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7784" y="2377440"/>
            <a:ext cx="822960" cy="82296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1" descr="/home/claude/icons/p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808" y="2569464"/>
            <a:ext cx="438912" cy="4389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724400" y="2825496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1"/>
          <p:cNvSpPr/>
          <p:nvPr/>
        </p:nvSpPr>
        <p:spPr>
          <a:xfrm>
            <a:off x="3453384" y="3337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7F7FA"/>
          </a:solidFill>
          <a:ln/>
        </p:spPr>
      </p:sp>
      <p:sp>
        <p:nvSpPr>
          <p:cNvPr id="16" name="Text 12"/>
          <p:cNvSpPr/>
          <p:nvPr/>
        </p:nvSpPr>
        <p:spPr>
          <a:xfrm>
            <a:off x="3636264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636264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&amp; Planning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636264" y="4297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content strategy and a full content calendar.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998208" y="2377440"/>
            <a:ext cx="822960" cy="82296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0" name="Image 2" descr="/home/claude/icons/goog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0232" y="2569464"/>
            <a:ext cx="438912" cy="43891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354824" y="2825496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Shape 17"/>
          <p:cNvSpPr/>
          <p:nvPr/>
        </p:nvSpPr>
        <p:spPr>
          <a:xfrm>
            <a:off x="6083808" y="3337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7F7FA"/>
          </a:solidFill>
          <a:ln/>
        </p:spPr>
      </p:sp>
      <p:sp>
        <p:nvSpPr>
          <p:cNvPr id="23" name="Text 18"/>
          <p:cNvSpPr/>
          <p:nvPr/>
        </p:nvSpPr>
        <p:spPr>
          <a:xfrm>
            <a:off x="6266688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266688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&amp; Social Execution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266688" y="4297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SEO practices; planned social media tactics.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9628632" y="2377440"/>
            <a:ext cx="822960" cy="822960"/>
          </a:xfrm>
          <a:prstGeom prst="ellipse">
            <a:avLst/>
          </a:prstGeom>
          <a:solidFill>
            <a:srgbClr val="2F3C7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27" name="Image 3" descr="/home/claude/icons/bullhor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6" y="2569464"/>
            <a:ext cx="438912" cy="43891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985248" y="2825496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Shape 23"/>
          <p:cNvSpPr/>
          <p:nvPr/>
        </p:nvSpPr>
        <p:spPr>
          <a:xfrm>
            <a:off x="8714232" y="3337560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7F7FA"/>
          </a:solidFill>
          <a:ln/>
        </p:spPr>
      </p:sp>
      <p:sp>
        <p:nvSpPr>
          <p:cNvPr id="30" name="Text 24"/>
          <p:cNvSpPr/>
          <p:nvPr/>
        </p:nvSpPr>
        <p:spPr>
          <a:xfrm>
            <a:off x="8897112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897112" y="3794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Consolidation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8897112" y="42976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final deck + video script for stakeholders.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Organic Growth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cycle guiding the platform's organic growth efforts.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F4C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home/claude/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455164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258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Research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78308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&amp; competitor analysis to find opportunity gaps.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F4C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2860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/home/claude/icons/pe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844" y="245516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258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Content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52360" y="27157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and format planning aligned to audience interest.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976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F4C9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6177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/home/claude/icons/shar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478688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783080" y="4590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Distribution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783080" y="504748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social channels to maximize organic reach.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42976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2F3C7E">
              <a:alpha val="85000"/>
            </a:srgbClr>
          </a:solidFill>
          <a:ln w="12700">
            <a:solidFill>
              <a:srgbClr val="3F4C9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6177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3" descr="/home/claude/icons/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478688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5902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Measurement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52360" y="504748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6D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metrics to track and refine growth.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Worked With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icons/goog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Trends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&amp; topic research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3484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7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196596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/home/claud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031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947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Fundamentals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4068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optimization, meta tags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321040" y="169164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7F7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595360" y="196596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/home/claude/icons/pe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210312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26880" y="19476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32688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content &amp; deck design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7F7FA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/home/claude/icons/sh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720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416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/ Instagram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554480" y="4782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planning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34840" y="41605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7F7FA"/>
          </a:solidFill>
          <a:ln/>
        </p:spPr>
      </p:sp>
      <p:sp>
        <p:nvSpPr>
          <p:cNvPr id="25" name="Shape 19"/>
          <p:cNvSpPr/>
          <p:nvPr/>
        </p:nvSpPr>
        <p:spPr>
          <a:xfrm>
            <a:off x="4709160" y="44348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6" name="Image 4" descr="/home/claude/icons/calenda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57200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4416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5440680" y="4782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planning templates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21040" y="41605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F7F7FA"/>
          </a:solidFill>
          <a:ln/>
        </p:spPr>
      </p:sp>
      <p:sp>
        <p:nvSpPr>
          <p:cNvPr id="30" name="Shape 23"/>
          <p:cNvSpPr/>
          <p:nvPr/>
        </p:nvSpPr>
        <p:spPr>
          <a:xfrm>
            <a:off x="8595360" y="443484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1" name="Image 5" descr="/home/claude/icons/laptop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457200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26880" y="4416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9326880" y="4782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build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360° Evaluation Outcomes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SELF-EVALUATION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6916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7F7FA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06908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EVALUATION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0" y="169164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589520" y="2697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EVALUATION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0195560" cy="1417320"/>
          </a:xfrm>
          <a:prstGeom prst="roundRect">
            <a:avLst>
              <a:gd name="adj" fmla="val 6452"/>
            </a:avLst>
          </a:prstGeom>
          <a:solidFill>
            <a:srgbClr val="212B5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200400" y="3931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 Score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self, peer, and manager evaluations across mutual respect, ownership, communication, creativity, time management and quality of work.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195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Highlights: rated “Good Performance” across all six evaluated parameters — strongest in Time Management and Quality of Work.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7568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icons/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311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translate raw audience research into an actionable content strategy.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35040" y="169164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2075688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/home/claud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2311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82880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on-page SEO techniques to improve organic discoverability.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76732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22776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52044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multi-week deliverable schedule independently in a remote team.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035040" y="338328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263640" y="3767328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3" descr="/home/claude/icons/shar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922776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352044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Crafting platform-appropriate social media engagement tactics.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0749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45896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4" descr="/home/claude/icons/bullhor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14416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212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a strategic recommendation clearly to non-technical stakeholders.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035040" y="5074920"/>
            <a:ext cx="51206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E4EE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63640" y="5458968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6" name="Image 5" descr="/home/claude/icons/ro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9088" y="5614416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5212080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real mentor feedback loops to iterate and improve deliverables.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Strategy — Excelerate Internship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206240" cy="420624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474720" cy="347472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pic>
        <p:nvPicPr>
          <p:cNvPr id="4" name="Image 0" descr="/home/claude/unpacked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8716" y="1554480"/>
            <a:ext cx="731520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434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ANURAG DIXIT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9C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25SCS1003004625  •  Section 2CSE1  •  Semester 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2026-08-29T08:00:04Z</dcterms:created>
  <dcterms:modified xsi:type="dcterms:W3CDTF">2026-08-29T08:00:04Z</dcterms:modified>
</cp:coreProperties>
</file>